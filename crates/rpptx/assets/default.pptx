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thumbnail" Target="docProps/thumbnail.jpeg"/>
  <Relationship Id="rId3" Type="http://schemas.openxmlformats.org/package/2006/relationships/metadata/core-properties" Target="docProps/core.xml"/>
  <Relationship Id="rId4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printerSettings" Target="printerSettings/printerSettings1.bin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  <Relationship Id="rId6" Type="http://schemas.openxmlformats.org/officeDocument/2006/relationships/tableStyles" Target="tableStyles.xml"/>
  <Relationship Id="rId8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